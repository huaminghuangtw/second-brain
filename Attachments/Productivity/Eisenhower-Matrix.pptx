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52D7-AF01-DE28-A7E0-5F91CE5D4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522A6-3BF9-17EF-C0F0-BFC3BBE47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982E9-C0A0-EB62-E618-CEAA0B47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54958-757C-74D2-B00F-8E642226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0E407-0926-6747-B14D-B8099E02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2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2C9E-1097-C5F2-5F98-76E13B2D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1A09-B5FB-DEE6-2DDC-DA2DB8FCE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7AC3-4CB9-05F7-922A-00606088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CBD25-BFBE-9B1F-A33F-A001893C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5CE6-BBE4-E510-90B3-DA201BAC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2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35C7-7CA7-A490-1E17-CAA2A485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BEB9A-F049-3A09-0BDE-A5DDF8417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78B48-66EA-630A-C210-B3052820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6A62-EF7D-2344-3D86-CEA026E4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E3C16-7E35-C2A8-83C8-164DFF951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42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87DF-689D-14A0-279F-17692BCE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4A740-691E-62B6-962F-335A3C5AA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3164B-7BF7-0BFB-598C-A34A60127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6461E-7301-DBD0-EDDD-69E82EC3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A3C88-99B9-14DC-7E75-B82D660D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46793-F4C4-C4B8-6F97-4ACB3536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8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BC33-D716-AD60-9B93-24BDAB9D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469CB-A54F-8111-DA89-1C66DE058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BCF7B-592C-9179-0D02-3685A42EF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39AEC-21FC-23E4-7CB5-3D400A03E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F16E3-858B-1BDC-D178-64E3E5A55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F7BB8-03F7-5C48-7EA4-0DC20D3A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0747C2-8AD0-35D0-29FF-D5EAF7AE4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60AC11-C3B5-6EC6-DEA9-402D11F3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4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8896-D155-9031-B8E8-334E8506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0B024-CC61-1BE0-CD9E-518CC7D4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2CB1C-BEB5-A448-5051-897EA1A1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EEEBF-24CB-57BA-5307-094BE666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3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79C57-E53F-7A5F-DA2E-D4BE7AE7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305B5-94FE-F6C1-14CC-20FA9A1C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EBB49-2EB6-F276-8CD4-9D1FDD0D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0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0AA4-2FDB-B5E2-C549-66E861B3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0500B-8E7C-0DA3-FF09-540F9068C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5F710-B64F-22AD-342B-B3F59BAC8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03E1C-3554-A0AD-7A3B-0275B677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4E9D0-9470-F720-11AE-1DB4629A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C58D1-2F45-942C-BC9D-821350DB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8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5EA9-3934-34BE-D01F-B21D7AEC2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71BB2-6BBE-4488-1BEA-88CA3F1AB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B143F-94CF-5EBB-36AE-24400BF60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0DC75-57AF-03AF-FE1C-50078AC9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B5600-4445-A9B3-A7A3-938A4160F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26CAE-4EAA-D35F-3C8C-3D01EC0B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2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D7DD5-180E-6A30-EA60-B450524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BB499-168D-EC74-BDF7-2CD19EE72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C2AE6-7234-2324-DB68-18DA3385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DBAF4-1754-F54D-0C8C-CBD15EB7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6AF00-F10A-373D-AE94-40C7AB39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C1311-B47D-4145-0272-8302DA235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C2FC3-809A-AC4B-298E-AF384705A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8A8AF-4462-3B66-4D3A-8E522B83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365BC-133E-A866-2097-CB4FD897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BC69-355B-A653-F6E6-0DE6903B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6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6B31C7-38B6-0237-0099-1372776F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91A62-44EA-AAE4-6005-181B46144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2B7E4-D36D-A5D4-959B-DA8337915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F3CAD-6BF4-488A-A222-8D8718226040}" type="datetimeFigureOut">
              <a:rPr lang="en-US" smtClean="0"/>
              <a:t>2023-05-14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0F7AE-E752-2499-9C25-31D3AE28C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D2F81-F375-F7C0-8797-90DA03452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36304-C747-4058-9E42-16C303791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0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5A5D79-0E16-E589-B369-D8A8F2134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173" y="0"/>
            <a:ext cx="850165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D4DBAB-943C-E92D-31A7-7E3641B19BE8}"/>
              </a:ext>
            </a:extLst>
          </p:cNvPr>
          <p:cNvSpPr txBox="1"/>
          <p:nvPr/>
        </p:nvSpPr>
        <p:spPr>
          <a:xfrm>
            <a:off x="7033846" y="35160"/>
            <a:ext cx="2523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solidFill>
                  <a:schemeClr val="bg1"/>
                </a:solidFill>
              </a:rPr>
              <a:t>Do Next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F1222-3AA6-DE9C-88A9-50E0C3FA6FCF}"/>
              </a:ext>
            </a:extLst>
          </p:cNvPr>
          <p:cNvSpPr txBox="1"/>
          <p:nvPr/>
        </p:nvSpPr>
        <p:spPr>
          <a:xfrm>
            <a:off x="8678005" y="778215"/>
            <a:ext cx="1846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(Decide)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0A668-BAA7-6B7C-93E6-098B0C5C67DF}"/>
              </a:ext>
            </a:extLst>
          </p:cNvPr>
          <p:cNvSpPr txBox="1"/>
          <p:nvPr/>
        </p:nvSpPr>
        <p:spPr>
          <a:xfrm>
            <a:off x="7099177" y="3528638"/>
            <a:ext cx="2523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Delete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1F2690-D1AC-FE85-51A0-A9E43E0DB19C}"/>
              </a:ext>
            </a:extLst>
          </p:cNvPr>
          <p:cNvSpPr/>
          <p:nvPr/>
        </p:nvSpPr>
        <p:spPr>
          <a:xfrm>
            <a:off x="2813538" y="751838"/>
            <a:ext cx="334108" cy="4880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FAEC72-DECA-2BAB-EF1B-ACC9C591AA13}"/>
              </a:ext>
            </a:extLst>
          </p:cNvPr>
          <p:cNvSpPr/>
          <p:nvPr/>
        </p:nvSpPr>
        <p:spPr>
          <a:xfrm>
            <a:off x="7265377" y="716670"/>
            <a:ext cx="334108" cy="4880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F9678-AFA4-5B8B-CDDD-6D449A3F347B}"/>
              </a:ext>
            </a:extLst>
          </p:cNvPr>
          <p:cNvSpPr/>
          <p:nvPr/>
        </p:nvSpPr>
        <p:spPr>
          <a:xfrm>
            <a:off x="2550626" y="4280484"/>
            <a:ext cx="334108" cy="4880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ECFAA-311B-AB90-3088-BAADBA46BA2B}"/>
              </a:ext>
            </a:extLst>
          </p:cNvPr>
          <p:cNvSpPr/>
          <p:nvPr/>
        </p:nvSpPr>
        <p:spPr>
          <a:xfrm>
            <a:off x="6940921" y="4280484"/>
            <a:ext cx="334108" cy="48804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080D6-736E-2E78-C35B-C54D42488B10}"/>
              </a:ext>
            </a:extLst>
          </p:cNvPr>
          <p:cNvSpPr txBox="1"/>
          <p:nvPr/>
        </p:nvSpPr>
        <p:spPr>
          <a:xfrm>
            <a:off x="7042638" y="2670546"/>
            <a:ext cx="2523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err="1">
                <a:solidFill>
                  <a:srgbClr val="FFFF00"/>
                </a:solidFill>
              </a:rPr>
              <a:t>Compunders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73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Hua-Ming Huang</dc:creator>
  <cp:lastModifiedBy>Hua-Ming Huang</cp:lastModifiedBy>
  <cp:revision>1</cp:revision>
  <dcterms:created xsi:type="dcterms:W3CDTF">2023-05-14T17:45:35Z</dcterms:created>
  <dcterms:modified xsi:type="dcterms:W3CDTF">2023-05-14T17:46:40Z</dcterms:modified>
</cp:coreProperties>
</file>